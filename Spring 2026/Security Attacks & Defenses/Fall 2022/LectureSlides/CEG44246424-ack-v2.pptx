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307" r:id="rId2"/>
  </p:sldIdLst>
  <p:sldSz cx="9144000" cy="6858000" type="screen4x3"/>
  <p:notesSz cx="6858000" cy="9296400"/>
  <p:custDataLst>
    <p:tags r:id="rId5"/>
  </p:custDataLst>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4735" autoAdjust="0"/>
    <p:restoredTop sz="94737" autoAdjust="0"/>
  </p:normalViewPr>
  <p:slideViewPr>
    <p:cSldViewPr>
      <p:cViewPr varScale="1">
        <p:scale>
          <a:sx n="74" d="100"/>
          <a:sy n="74" d="100"/>
        </p:scale>
        <p:origin x="171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22" name="Rectangle 2">
            <a:extLst>
              <a:ext uri="{FF2B5EF4-FFF2-40B4-BE49-F238E27FC236}">
                <a16:creationId xmlns:a16="http://schemas.microsoft.com/office/drawing/2014/main" xmlns="" id="{998BDB78-5F86-4EFE-8326-C13BA93AA672}"/>
              </a:ext>
            </a:extLst>
          </p:cNvPr>
          <p:cNvSpPr>
            <a:spLocks noGrp="1" noChangeArrowheads="1"/>
          </p:cNvSpPr>
          <p:nvPr>
            <p:ph type="hdr" sz="quarter"/>
          </p:nvPr>
        </p:nvSpPr>
        <p:spPr bwMode="auto">
          <a:xfrm>
            <a:off x="0" y="0"/>
            <a:ext cx="297338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83" tIns="46142" rIns="92283" bIns="46142" numCol="1" anchor="t" anchorCtr="0" compatLnSpc="1">
            <a:prstTxWarp prst="textNoShape">
              <a:avLst/>
            </a:prstTxWarp>
          </a:bodyPr>
          <a:lstStyle>
            <a:lvl1pPr algn="l" defTabSz="921580" eaLnBrk="1" hangingPunct="1">
              <a:spcBef>
                <a:spcPct val="0"/>
              </a:spcBef>
              <a:defRPr sz="1200">
                <a:latin typeface="Times New Roman" pitchFamily="18" charset="0"/>
              </a:defRPr>
            </a:lvl1pPr>
          </a:lstStyle>
          <a:p>
            <a:pPr>
              <a:defRPr/>
            </a:pPr>
            <a:endParaRPr lang="en-US" altLang="zh-CN"/>
          </a:p>
        </p:txBody>
      </p:sp>
      <p:sp>
        <p:nvSpPr>
          <p:cNvPr id="286723" name="Rectangle 3">
            <a:extLst>
              <a:ext uri="{FF2B5EF4-FFF2-40B4-BE49-F238E27FC236}">
                <a16:creationId xmlns:a16="http://schemas.microsoft.com/office/drawing/2014/main" xmlns="" id="{B0E5D91F-3A5E-4C98-9511-A6B41364F884}"/>
              </a:ext>
            </a:extLst>
          </p:cNvPr>
          <p:cNvSpPr>
            <a:spLocks noGrp="1" noChangeArrowheads="1"/>
          </p:cNvSpPr>
          <p:nvPr>
            <p:ph type="dt" sz="quarter" idx="1"/>
          </p:nvPr>
        </p:nvSpPr>
        <p:spPr bwMode="auto">
          <a:xfrm>
            <a:off x="3883025" y="0"/>
            <a:ext cx="297338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83" tIns="46142" rIns="92283" bIns="46142" numCol="1" anchor="t" anchorCtr="0" compatLnSpc="1">
            <a:prstTxWarp prst="textNoShape">
              <a:avLst/>
            </a:prstTxWarp>
          </a:bodyPr>
          <a:lstStyle>
            <a:lvl1pPr algn="r" defTabSz="921580" eaLnBrk="1" hangingPunct="1">
              <a:spcBef>
                <a:spcPct val="0"/>
              </a:spcBef>
              <a:defRPr sz="1200">
                <a:latin typeface="Times New Roman" pitchFamily="18" charset="0"/>
              </a:defRPr>
            </a:lvl1pPr>
          </a:lstStyle>
          <a:p>
            <a:pPr>
              <a:defRPr/>
            </a:pPr>
            <a:endParaRPr lang="en-US" altLang="zh-CN"/>
          </a:p>
        </p:txBody>
      </p:sp>
      <p:sp>
        <p:nvSpPr>
          <p:cNvPr id="286724" name="Rectangle 4">
            <a:extLst>
              <a:ext uri="{FF2B5EF4-FFF2-40B4-BE49-F238E27FC236}">
                <a16:creationId xmlns:a16="http://schemas.microsoft.com/office/drawing/2014/main" xmlns="" id="{5CE0C9D0-A576-43EC-807D-8D9B40CC79C4}"/>
              </a:ext>
            </a:extLst>
          </p:cNvPr>
          <p:cNvSpPr>
            <a:spLocks noGrp="1" noChangeArrowheads="1"/>
          </p:cNvSpPr>
          <p:nvPr>
            <p:ph type="ftr" sz="quarter" idx="2"/>
          </p:nvPr>
        </p:nvSpPr>
        <p:spPr bwMode="auto">
          <a:xfrm>
            <a:off x="0" y="8829675"/>
            <a:ext cx="297338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83" tIns="46142" rIns="92283" bIns="46142" numCol="1" anchor="b" anchorCtr="0" compatLnSpc="1">
            <a:prstTxWarp prst="textNoShape">
              <a:avLst/>
            </a:prstTxWarp>
          </a:bodyPr>
          <a:lstStyle>
            <a:lvl1pPr algn="l" defTabSz="921580" eaLnBrk="1" hangingPunct="1">
              <a:spcBef>
                <a:spcPct val="0"/>
              </a:spcBef>
              <a:defRPr sz="1200">
                <a:latin typeface="Times New Roman" pitchFamily="18" charset="0"/>
              </a:defRPr>
            </a:lvl1pPr>
          </a:lstStyle>
          <a:p>
            <a:pPr>
              <a:defRPr/>
            </a:pPr>
            <a:r>
              <a:rPr lang="zh-CN" altLang="en-US"/>
              <a:t>Zili Shao</a:t>
            </a:r>
            <a:endParaRPr lang="en-US" altLang="zh-CN"/>
          </a:p>
        </p:txBody>
      </p:sp>
      <p:sp>
        <p:nvSpPr>
          <p:cNvPr id="286725" name="Rectangle 5">
            <a:extLst>
              <a:ext uri="{FF2B5EF4-FFF2-40B4-BE49-F238E27FC236}">
                <a16:creationId xmlns:a16="http://schemas.microsoft.com/office/drawing/2014/main" xmlns="" id="{450B4FF7-A924-4192-B9CC-C3964CB85F37}"/>
              </a:ext>
            </a:extLst>
          </p:cNvPr>
          <p:cNvSpPr>
            <a:spLocks noGrp="1" noChangeArrowheads="1"/>
          </p:cNvSpPr>
          <p:nvPr>
            <p:ph type="sldNum" sz="quarter" idx="3"/>
          </p:nvPr>
        </p:nvSpPr>
        <p:spPr bwMode="auto">
          <a:xfrm>
            <a:off x="3883025" y="8829675"/>
            <a:ext cx="297338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83" tIns="46142" rIns="92283" bIns="46142" numCol="1" anchor="b" anchorCtr="0" compatLnSpc="1">
            <a:prstTxWarp prst="textNoShape">
              <a:avLst/>
            </a:prstTxWarp>
          </a:bodyPr>
          <a:lstStyle>
            <a:lvl1pPr algn="r" defTabSz="920750" eaLnBrk="1" hangingPunct="1">
              <a:defRPr sz="1200"/>
            </a:lvl1pPr>
          </a:lstStyle>
          <a:p>
            <a:fld id="{6A82FCF0-7AA7-F546-B70E-5708680A2A7D}" type="slidenum">
              <a:rPr lang="zh-CN" altLang="en-US"/>
              <a:pPr/>
              <a:t>‹#›</a:t>
            </a:fld>
            <a:endParaRPr lang="en-US" altLang="zh-CN"/>
          </a:p>
        </p:txBody>
      </p:sp>
    </p:spTree>
    <p:extLst>
      <p:ext uri="{BB962C8B-B14F-4D97-AF65-F5344CB8AC3E}">
        <p14:creationId xmlns:p14="http://schemas.microsoft.com/office/powerpoint/2010/main" val="23393742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xmlns="" id="{24225051-C854-4B06-A73E-F57EFFE8730F}"/>
              </a:ext>
            </a:extLst>
          </p:cNvPr>
          <p:cNvSpPr>
            <a:spLocks noGrp="1" noChangeArrowheads="1"/>
          </p:cNvSpPr>
          <p:nvPr>
            <p:ph type="hdr" sz="quarter"/>
          </p:nvPr>
        </p:nvSpPr>
        <p:spPr bwMode="auto">
          <a:xfrm>
            <a:off x="0" y="0"/>
            <a:ext cx="297338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83" tIns="46142" rIns="92283" bIns="46142" numCol="1" anchor="t" anchorCtr="0" compatLnSpc="1">
            <a:prstTxWarp prst="textNoShape">
              <a:avLst/>
            </a:prstTxWarp>
          </a:bodyPr>
          <a:lstStyle>
            <a:lvl1pPr algn="l" defTabSz="921580" eaLnBrk="1" hangingPunct="1">
              <a:spcBef>
                <a:spcPct val="0"/>
              </a:spcBef>
              <a:defRPr sz="1200">
                <a:latin typeface="Times New Roman" pitchFamily="18" charset="0"/>
              </a:defRPr>
            </a:lvl1pPr>
          </a:lstStyle>
          <a:p>
            <a:pPr>
              <a:defRPr/>
            </a:pPr>
            <a:endParaRPr lang="en-US" altLang="zh-CN"/>
          </a:p>
        </p:txBody>
      </p:sp>
      <p:sp>
        <p:nvSpPr>
          <p:cNvPr id="12291" name="Rectangle 3">
            <a:extLst>
              <a:ext uri="{FF2B5EF4-FFF2-40B4-BE49-F238E27FC236}">
                <a16:creationId xmlns:a16="http://schemas.microsoft.com/office/drawing/2014/main" xmlns="" id="{68342800-0E49-4CB1-A8F5-212BDE611897}"/>
              </a:ext>
            </a:extLst>
          </p:cNvPr>
          <p:cNvSpPr>
            <a:spLocks noGrp="1" noChangeArrowheads="1"/>
          </p:cNvSpPr>
          <p:nvPr>
            <p:ph type="dt" idx="1"/>
          </p:nvPr>
        </p:nvSpPr>
        <p:spPr bwMode="auto">
          <a:xfrm>
            <a:off x="3884613" y="0"/>
            <a:ext cx="2973387"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83" tIns="46142" rIns="92283" bIns="46142" numCol="1" anchor="t" anchorCtr="0" compatLnSpc="1">
            <a:prstTxWarp prst="textNoShape">
              <a:avLst/>
            </a:prstTxWarp>
          </a:bodyPr>
          <a:lstStyle>
            <a:lvl1pPr algn="r" defTabSz="921580" eaLnBrk="1" hangingPunct="1">
              <a:spcBef>
                <a:spcPct val="0"/>
              </a:spcBef>
              <a:defRPr sz="1200">
                <a:latin typeface="Times New Roman" pitchFamily="18" charset="0"/>
              </a:defRPr>
            </a:lvl1pPr>
          </a:lstStyle>
          <a:p>
            <a:pPr>
              <a:defRPr/>
            </a:pPr>
            <a:endParaRPr lang="en-US" altLang="zh-CN"/>
          </a:p>
        </p:txBody>
      </p:sp>
      <p:sp>
        <p:nvSpPr>
          <p:cNvPr id="2052" name="Rectangle 4">
            <a:extLst>
              <a:ext uri="{FF2B5EF4-FFF2-40B4-BE49-F238E27FC236}">
                <a16:creationId xmlns:a16="http://schemas.microsoft.com/office/drawing/2014/main" xmlns="" id="{02F73AB4-A268-1060-12F5-461F3497D66C}"/>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3" name="Rectangle 5">
            <a:extLst>
              <a:ext uri="{FF2B5EF4-FFF2-40B4-BE49-F238E27FC236}">
                <a16:creationId xmlns:a16="http://schemas.microsoft.com/office/drawing/2014/main" xmlns="" id="{78FCF64A-2F47-41B7-974E-330800ED9650}"/>
              </a:ext>
            </a:extLst>
          </p:cNvPr>
          <p:cNvSpPr>
            <a:spLocks noGrp="1" noChangeArrowheads="1"/>
          </p:cNvSpPr>
          <p:nvPr>
            <p:ph type="body" sz="quarter" idx="3"/>
          </p:nvPr>
        </p:nvSpPr>
        <p:spPr bwMode="auto">
          <a:xfrm>
            <a:off x="914400" y="4416425"/>
            <a:ext cx="502920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83" tIns="46142" rIns="92283" bIns="46142"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2294" name="Rectangle 6">
            <a:extLst>
              <a:ext uri="{FF2B5EF4-FFF2-40B4-BE49-F238E27FC236}">
                <a16:creationId xmlns:a16="http://schemas.microsoft.com/office/drawing/2014/main" xmlns="" id="{7B0911E4-13AA-4CEC-9A88-95D938A3696A}"/>
              </a:ext>
            </a:extLst>
          </p:cNvPr>
          <p:cNvSpPr>
            <a:spLocks noGrp="1" noChangeArrowheads="1"/>
          </p:cNvSpPr>
          <p:nvPr>
            <p:ph type="ftr" sz="quarter" idx="4"/>
          </p:nvPr>
        </p:nvSpPr>
        <p:spPr bwMode="auto">
          <a:xfrm>
            <a:off x="0" y="8831263"/>
            <a:ext cx="2973388"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83" tIns="46142" rIns="92283" bIns="46142" numCol="1" anchor="b" anchorCtr="0" compatLnSpc="1">
            <a:prstTxWarp prst="textNoShape">
              <a:avLst/>
            </a:prstTxWarp>
          </a:bodyPr>
          <a:lstStyle>
            <a:lvl1pPr algn="l" defTabSz="921580" eaLnBrk="1" hangingPunct="1">
              <a:spcBef>
                <a:spcPct val="0"/>
              </a:spcBef>
              <a:defRPr sz="1200">
                <a:latin typeface="Times New Roman" pitchFamily="18" charset="0"/>
              </a:defRPr>
            </a:lvl1pPr>
          </a:lstStyle>
          <a:p>
            <a:pPr>
              <a:defRPr/>
            </a:pPr>
            <a:r>
              <a:rPr lang="zh-CN" altLang="en-US"/>
              <a:t>Zili Shao</a:t>
            </a:r>
            <a:endParaRPr lang="en-US" altLang="zh-CN"/>
          </a:p>
        </p:txBody>
      </p:sp>
      <p:sp>
        <p:nvSpPr>
          <p:cNvPr id="12295" name="Rectangle 7">
            <a:extLst>
              <a:ext uri="{FF2B5EF4-FFF2-40B4-BE49-F238E27FC236}">
                <a16:creationId xmlns:a16="http://schemas.microsoft.com/office/drawing/2014/main" xmlns="" id="{DA8FC810-8AE6-4C59-B39D-4312CDC7EC2C}"/>
              </a:ext>
            </a:extLst>
          </p:cNvPr>
          <p:cNvSpPr>
            <a:spLocks noGrp="1" noChangeArrowheads="1"/>
          </p:cNvSpPr>
          <p:nvPr>
            <p:ph type="sldNum" sz="quarter" idx="5"/>
          </p:nvPr>
        </p:nvSpPr>
        <p:spPr bwMode="auto">
          <a:xfrm>
            <a:off x="3884613" y="8831263"/>
            <a:ext cx="2973387"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283" tIns="46142" rIns="92283" bIns="46142" numCol="1" anchor="b" anchorCtr="0" compatLnSpc="1">
            <a:prstTxWarp prst="textNoShape">
              <a:avLst/>
            </a:prstTxWarp>
          </a:bodyPr>
          <a:lstStyle>
            <a:lvl1pPr algn="r" defTabSz="920750" eaLnBrk="1" hangingPunct="1">
              <a:defRPr sz="1200"/>
            </a:lvl1pPr>
          </a:lstStyle>
          <a:p>
            <a:fld id="{B1F63A14-A316-7B44-8B92-EC7884302E15}" type="slidenum">
              <a:rPr lang="zh-CN" altLang="en-US"/>
              <a:pPr/>
              <a:t>‹#›</a:t>
            </a:fld>
            <a:endParaRPr lang="en-US" altLang="zh-CN"/>
          </a:p>
        </p:txBody>
      </p:sp>
    </p:spTree>
    <p:extLst>
      <p:ext uri="{BB962C8B-B14F-4D97-AF65-F5344CB8AC3E}">
        <p14:creationId xmlns:p14="http://schemas.microsoft.com/office/powerpoint/2010/main" val="23915468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xmlns="" id="{D6D46BFD-0DAC-2A89-2A12-2F581F99D2E8}"/>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5" name="Rectangle 5">
            <a:extLst>
              <a:ext uri="{FF2B5EF4-FFF2-40B4-BE49-F238E27FC236}">
                <a16:creationId xmlns:a16="http://schemas.microsoft.com/office/drawing/2014/main" xmlns="" id="{44CAF37B-B13A-A8B0-1A36-290BD524802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xmlns="" id="{5FADB032-F455-B14E-800C-60B374D2F7ED}"/>
              </a:ext>
            </a:extLst>
          </p:cNvPr>
          <p:cNvSpPr>
            <a:spLocks noGrp="1" noChangeArrowheads="1"/>
          </p:cNvSpPr>
          <p:nvPr>
            <p:ph type="sldNum" sz="quarter" idx="12"/>
          </p:nvPr>
        </p:nvSpPr>
        <p:spPr>
          <a:ln/>
        </p:spPr>
        <p:txBody>
          <a:bodyPr/>
          <a:lstStyle>
            <a:lvl1pPr>
              <a:defRPr/>
            </a:lvl1pPr>
          </a:lstStyle>
          <a:p>
            <a:fld id="{C268ACCF-B304-0D45-A325-88C315521513}" type="slidenum">
              <a:rPr lang="zh-CN" altLang="en-US"/>
              <a:pPr/>
              <a:t>‹#›</a:t>
            </a:fld>
            <a:endParaRPr lang="en-US" altLang="zh-CN"/>
          </a:p>
        </p:txBody>
      </p:sp>
    </p:spTree>
    <p:extLst>
      <p:ext uri="{BB962C8B-B14F-4D97-AF65-F5344CB8AC3E}">
        <p14:creationId xmlns:p14="http://schemas.microsoft.com/office/powerpoint/2010/main" val="2548327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xmlns="" id="{F4027C0D-72A3-932E-05B1-8B2E0E22963F}"/>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5" name="Rectangle 5">
            <a:extLst>
              <a:ext uri="{FF2B5EF4-FFF2-40B4-BE49-F238E27FC236}">
                <a16:creationId xmlns:a16="http://schemas.microsoft.com/office/drawing/2014/main" xmlns="" id="{13E99C83-DCBF-0FA7-3B2C-2BC43CECC74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xmlns="" id="{556660EE-4A3D-2794-AB67-D608A90994AC}"/>
              </a:ext>
            </a:extLst>
          </p:cNvPr>
          <p:cNvSpPr>
            <a:spLocks noGrp="1" noChangeArrowheads="1"/>
          </p:cNvSpPr>
          <p:nvPr>
            <p:ph type="sldNum" sz="quarter" idx="12"/>
          </p:nvPr>
        </p:nvSpPr>
        <p:spPr>
          <a:ln/>
        </p:spPr>
        <p:txBody>
          <a:bodyPr/>
          <a:lstStyle>
            <a:lvl1pPr>
              <a:defRPr/>
            </a:lvl1pPr>
          </a:lstStyle>
          <a:p>
            <a:fld id="{F956D6AF-13D8-944E-A11B-D29F6F42D74A}" type="slidenum">
              <a:rPr lang="zh-CN" altLang="en-US"/>
              <a:pPr/>
              <a:t>‹#›</a:t>
            </a:fld>
            <a:endParaRPr lang="en-US" altLang="zh-CN"/>
          </a:p>
        </p:txBody>
      </p:sp>
    </p:spTree>
    <p:extLst>
      <p:ext uri="{BB962C8B-B14F-4D97-AF65-F5344CB8AC3E}">
        <p14:creationId xmlns:p14="http://schemas.microsoft.com/office/powerpoint/2010/main" val="2877148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xmlns="" id="{554A66CF-7ED2-FF05-9124-784B2652887E}"/>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5" name="Rectangle 5">
            <a:extLst>
              <a:ext uri="{FF2B5EF4-FFF2-40B4-BE49-F238E27FC236}">
                <a16:creationId xmlns:a16="http://schemas.microsoft.com/office/drawing/2014/main" xmlns="" id="{D14AFDCB-8DAB-03E9-4407-F8673DDFF6A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xmlns="" id="{5EAF932A-41E9-73C1-69FF-FBF8992F2884}"/>
              </a:ext>
            </a:extLst>
          </p:cNvPr>
          <p:cNvSpPr>
            <a:spLocks noGrp="1" noChangeArrowheads="1"/>
          </p:cNvSpPr>
          <p:nvPr>
            <p:ph type="sldNum" sz="quarter" idx="12"/>
          </p:nvPr>
        </p:nvSpPr>
        <p:spPr>
          <a:ln/>
        </p:spPr>
        <p:txBody>
          <a:bodyPr/>
          <a:lstStyle>
            <a:lvl1pPr>
              <a:defRPr/>
            </a:lvl1pPr>
          </a:lstStyle>
          <a:p>
            <a:fld id="{4856FAF8-A4A2-134A-A42D-BE20C02F902F}" type="slidenum">
              <a:rPr lang="zh-CN" altLang="en-US"/>
              <a:pPr/>
              <a:t>‹#›</a:t>
            </a:fld>
            <a:endParaRPr lang="en-US" altLang="zh-CN"/>
          </a:p>
        </p:txBody>
      </p:sp>
    </p:spTree>
    <p:extLst>
      <p:ext uri="{BB962C8B-B14F-4D97-AF65-F5344CB8AC3E}">
        <p14:creationId xmlns:p14="http://schemas.microsoft.com/office/powerpoint/2010/main" val="725305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xmlns="" id="{EECE2833-CF5F-82B6-FBFC-02E9739619A2}"/>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6" name="Rectangle 5">
            <a:extLst>
              <a:ext uri="{FF2B5EF4-FFF2-40B4-BE49-F238E27FC236}">
                <a16:creationId xmlns:a16="http://schemas.microsoft.com/office/drawing/2014/main" xmlns="" id="{2783C01B-5798-FB87-DD00-7DB827324DF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xmlns="" id="{ED9A3654-8F07-F3F7-A9FE-EB2DC2FAC324}"/>
              </a:ext>
            </a:extLst>
          </p:cNvPr>
          <p:cNvSpPr>
            <a:spLocks noGrp="1" noChangeArrowheads="1"/>
          </p:cNvSpPr>
          <p:nvPr>
            <p:ph type="sldNum" sz="quarter" idx="12"/>
          </p:nvPr>
        </p:nvSpPr>
        <p:spPr>
          <a:ln/>
        </p:spPr>
        <p:txBody>
          <a:bodyPr/>
          <a:lstStyle>
            <a:lvl1pPr>
              <a:defRPr/>
            </a:lvl1pPr>
          </a:lstStyle>
          <a:p>
            <a:fld id="{40C5B396-719E-CE4C-B9A7-CC0F41A66F90}" type="slidenum">
              <a:rPr lang="zh-CN" altLang="en-US"/>
              <a:pPr/>
              <a:t>‹#›</a:t>
            </a:fld>
            <a:endParaRPr lang="en-US" altLang="zh-CN"/>
          </a:p>
        </p:txBody>
      </p:sp>
    </p:spTree>
    <p:extLst>
      <p:ext uri="{BB962C8B-B14F-4D97-AF65-F5344CB8AC3E}">
        <p14:creationId xmlns:p14="http://schemas.microsoft.com/office/powerpoint/2010/main" val="1012889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xmlns="" id="{E7BA84EE-5B7F-0D70-3684-63DB0C442E4C}"/>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8" name="Rectangle 5">
            <a:extLst>
              <a:ext uri="{FF2B5EF4-FFF2-40B4-BE49-F238E27FC236}">
                <a16:creationId xmlns:a16="http://schemas.microsoft.com/office/drawing/2014/main" xmlns="" id="{52CED68F-0894-D3A4-652D-96784E9CEEC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xmlns="" id="{270670EE-197A-CAF5-1681-04F6F89BD358}"/>
              </a:ext>
            </a:extLst>
          </p:cNvPr>
          <p:cNvSpPr>
            <a:spLocks noGrp="1" noChangeArrowheads="1"/>
          </p:cNvSpPr>
          <p:nvPr>
            <p:ph type="sldNum" sz="quarter" idx="12"/>
          </p:nvPr>
        </p:nvSpPr>
        <p:spPr>
          <a:ln/>
        </p:spPr>
        <p:txBody>
          <a:bodyPr/>
          <a:lstStyle>
            <a:lvl1pPr>
              <a:defRPr/>
            </a:lvl1pPr>
          </a:lstStyle>
          <a:p>
            <a:fld id="{FD01D189-1379-6D4A-83DC-B834A6E142F7}" type="slidenum">
              <a:rPr lang="zh-CN" altLang="en-US"/>
              <a:pPr/>
              <a:t>‹#›</a:t>
            </a:fld>
            <a:endParaRPr lang="en-US" altLang="zh-CN"/>
          </a:p>
        </p:txBody>
      </p:sp>
    </p:spTree>
    <p:extLst>
      <p:ext uri="{BB962C8B-B14F-4D97-AF65-F5344CB8AC3E}">
        <p14:creationId xmlns:p14="http://schemas.microsoft.com/office/powerpoint/2010/main" val="2117353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xmlns="" id="{61278C9E-4C10-B187-840F-4F3FDF9D027C}"/>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4" name="Rectangle 5">
            <a:extLst>
              <a:ext uri="{FF2B5EF4-FFF2-40B4-BE49-F238E27FC236}">
                <a16:creationId xmlns:a16="http://schemas.microsoft.com/office/drawing/2014/main" xmlns="" id="{919472B4-B971-78DD-7F27-93001F8E3A5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xmlns="" id="{9E9AAC96-DEC2-43DB-0F68-E7FC857FD156}"/>
              </a:ext>
            </a:extLst>
          </p:cNvPr>
          <p:cNvSpPr>
            <a:spLocks noGrp="1" noChangeArrowheads="1"/>
          </p:cNvSpPr>
          <p:nvPr>
            <p:ph type="sldNum" sz="quarter" idx="12"/>
          </p:nvPr>
        </p:nvSpPr>
        <p:spPr>
          <a:ln/>
        </p:spPr>
        <p:txBody>
          <a:bodyPr/>
          <a:lstStyle>
            <a:lvl1pPr>
              <a:defRPr/>
            </a:lvl1pPr>
          </a:lstStyle>
          <a:p>
            <a:fld id="{04B31C91-BBBD-4842-B516-2D5D24C447E3}" type="slidenum">
              <a:rPr lang="zh-CN" altLang="en-US"/>
              <a:pPr/>
              <a:t>‹#›</a:t>
            </a:fld>
            <a:endParaRPr lang="en-US" altLang="zh-CN"/>
          </a:p>
        </p:txBody>
      </p:sp>
    </p:spTree>
    <p:extLst>
      <p:ext uri="{BB962C8B-B14F-4D97-AF65-F5344CB8AC3E}">
        <p14:creationId xmlns:p14="http://schemas.microsoft.com/office/powerpoint/2010/main" val="1942100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xmlns="" id="{880EFE1D-51A9-7792-5D72-221807E492EA}"/>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3" name="Rectangle 5">
            <a:extLst>
              <a:ext uri="{FF2B5EF4-FFF2-40B4-BE49-F238E27FC236}">
                <a16:creationId xmlns:a16="http://schemas.microsoft.com/office/drawing/2014/main" xmlns="" id="{EEBEEB74-AA51-37E2-8C2C-20E5EED48E6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xmlns="" id="{A93ACE70-E891-906C-3FB7-A32C05572A00}"/>
              </a:ext>
            </a:extLst>
          </p:cNvPr>
          <p:cNvSpPr>
            <a:spLocks noGrp="1" noChangeArrowheads="1"/>
          </p:cNvSpPr>
          <p:nvPr>
            <p:ph type="sldNum" sz="quarter" idx="12"/>
          </p:nvPr>
        </p:nvSpPr>
        <p:spPr>
          <a:ln/>
        </p:spPr>
        <p:txBody>
          <a:bodyPr/>
          <a:lstStyle>
            <a:lvl1pPr>
              <a:defRPr/>
            </a:lvl1pPr>
          </a:lstStyle>
          <a:p>
            <a:fld id="{668D7CE5-8D2D-9246-8EF1-964D65D74552}" type="slidenum">
              <a:rPr lang="zh-CN" altLang="en-US"/>
              <a:pPr/>
              <a:t>‹#›</a:t>
            </a:fld>
            <a:endParaRPr lang="en-US" altLang="zh-CN"/>
          </a:p>
        </p:txBody>
      </p:sp>
    </p:spTree>
    <p:extLst>
      <p:ext uri="{BB962C8B-B14F-4D97-AF65-F5344CB8AC3E}">
        <p14:creationId xmlns:p14="http://schemas.microsoft.com/office/powerpoint/2010/main" val="762052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xmlns="" id="{CEB6EDC1-BEB5-3058-DCC0-EFDDCB26552F}"/>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6" name="Rectangle 5">
            <a:extLst>
              <a:ext uri="{FF2B5EF4-FFF2-40B4-BE49-F238E27FC236}">
                <a16:creationId xmlns:a16="http://schemas.microsoft.com/office/drawing/2014/main" xmlns="" id="{B08EC822-9C0A-DB13-5E45-1BF2ACA11DA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xmlns="" id="{E8C95C33-493E-63B3-6602-8CBA8541CCDA}"/>
              </a:ext>
            </a:extLst>
          </p:cNvPr>
          <p:cNvSpPr>
            <a:spLocks noGrp="1" noChangeArrowheads="1"/>
          </p:cNvSpPr>
          <p:nvPr>
            <p:ph type="sldNum" sz="quarter" idx="12"/>
          </p:nvPr>
        </p:nvSpPr>
        <p:spPr>
          <a:ln/>
        </p:spPr>
        <p:txBody>
          <a:bodyPr/>
          <a:lstStyle>
            <a:lvl1pPr>
              <a:defRPr/>
            </a:lvl1pPr>
          </a:lstStyle>
          <a:p>
            <a:fld id="{19709071-7219-E04C-8F96-12C03BFA26C0}" type="slidenum">
              <a:rPr lang="zh-CN" altLang="en-US"/>
              <a:pPr/>
              <a:t>‹#›</a:t>
            </a:fld>
            <a:endParaRPr lang="en-US" altLang="zh-CN"/>
          </a:p>
        </p:txBody>
      </p:sp>
    </p:spTree>
    <p:extLst>
      <p:ext uri="{BB962C8B-B14F-4D97-AF65-F5344CB8AC3E}">
        <p14:creationId xmlns:p14="http://schemas.microsoft.com/office/powerpoint/2010/main" val="2539747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xmlns="" id="{223CB425-A5F6-9346-4BB4-7410843F40BE}"/>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6" name="Rectangle 5">
            <a:extLst>
              <a:ext uri="{FF2B5EF4-FFF2-40B4-BE49-F238E27FC236}">
                <a16:creationId xmlns:a16="http://schemas.microsoft.com/office/drawing/2014/main" xmlns="" id="{96517293-D434-138A-12E6-D560972857E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xmlns="" id="{6706D433-C22F-C46F-BA77-00F5022C268C}"/>
              </a:ext>
            </a:extLst>
          </p:cNvPr>
          <p:cNvSpPr>
            <a:spLocks noGrp="1" noChangeArrowheads="1"/>
          </p:cNvSpPr>
          <p:nvPr>
            <p:ph type="sldNum" sz="quarter" idx="12"/>
          </p:nvPr>
        </p:nvSpPr>
        <p:spPr>
          <a:ln/>
        </p:spPr>
        <p:txBody>
          <a:bodyPr/>
          <a:lstStyle>
            <a:lvl1pPr>
              <a:defRPr/>
            </a:lvl1pPr>
          </a:lstStyle>
          <a:p>
            <a:fld id="{34807B13-3641-8241-A7C0-9710FFFCE161}" type="slidenum">
              <a:rPr lang="zh-CN" altLang="en-US"/>
              <a:pPr/>
              <a:t>‹#›</a:t>
            </a:fld>
            <a:endParaRPr lang="en-US" altLang="zh-CN"/>
          </a:p>
        </p:txBody>
      </p:sp>
    </p:spTree>
    <p:extLst>
      <p:ext uri="{BB962C8B-B14F-4D97-AF65-F5344CB8AC3E}">
        <p14:creationId xmlns:p14="http://schemas.microsoft.com/office/powerpoint/2010/main" val="4024706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xmlns="" id="{CDFA584F-4D40-98AF-F49E-A3C47981EBD7}"/>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5" name="Rectangle 5">
            <a:extLst>
              <a:ext uri="{FF2B5EF4-FFF2-40B4-BE49-F238E27FC236}">
                <a16:creationId xmlns:a16="http://schemas.microsoft.com/office/drawing/2014/main" xmlns="" id="{2FF41FA2-F374-2C3C-058C-567447687E7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xmlns="" id="{25587A43-2655-0593-EB44-608DEF7613C8}"/>
              </a:ext>
            </a:extLst>
          </p:cNvPr>
          <p:cNvSpPr>
            <a:spLocks noGrp="1" noChangeArrowheads="1"/>
          </p:cNvSpPr>
          <p:nvPr>
            <p:ph type="sldNum" sz="quarter" idx="12"/>
          </p:nvPr>
        </p:nvSpPr>
        <p:spPr>
          <a:ln/>
        </p:spPr>
        <p:txBody>
          <a:bodyPr/>
          <a:lstStyle>
            <a:lvl1pPr>
              <a:defRPr/>
            </a:lvl1pPr>
          </a:lstStyle>
          <a:p>
            <a:fld id="{A176EEA3-DB98-7C4B-BCD9-FBBF6F9077BA}" type="slidenum">
              <a:rPr lang="zh-CN" altLang="en-US"/>
              <a:pPr/>
              <a:t>‹#›</a:t>
            </a:fld>
            <a:endParaRPr lang="en-US" altLang="zh-CN"/>
          </a:p>
        </p:txBody>
      </p:sp>
    </p:spTree>
    <p:extLst>
      <p:ext uri="{BB962C8B-B14F-4D97-AF65-F5344CB8AC3E}">
        <p14:creationId xmlns:p14="http://schemas.microsoft.com/office/powerpoint/2010/main" val="409144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04800"/>
            <a:ext cx="60198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xmlns="" id="{7BCB75D1-91CE-67B5-7C6E-C1D2FF905D22}"/>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5" name="Rectangle 5">
            <a:extLst>
              <a:ext uri="{FF2B5EF4-FFF2-40B4-BE49-F238E27FC236}">
                <a16:creationId xmlns:a16="http://schemas.microsoft.com/office/drawing/2014/main" xmlns="" id="{743B6351-0695-BA9A-7F3C-0CE27E3DEEE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xmlns="" id="{58A5CAB5-D9AF-8BC7-9E3E-65B84C57FCB6}"/>
              </a:ext>
            </a:extLst>
          </p:cNvPr>
          <p:cNvSpPr>
            <a:spLocks noGrp="1" noChangeArrowheads="1"/>
          </p:cNvSpPr>
          <p:nvPr>
            <p:ph type="sldNum" sz="quarter" idx="12"/>
          </p:nvPr>
        </p:nvSpPr>
        <p:spPr>
          <a:ln/>
        </p:spPr>
        <p:txBody>
          <a:bodyPr/>
          <a:lstStyle>
            <a:lvl1pPr>
              <a:defRPr/>
            </a:lvl1pPr>
          </a:lstStyle>
          <a:p>
            <a:fld id="{A09941EE-7DE8-AE46-9F3B-1D51D6A1686C}" type="slidenum">
              <a:rPr lang="zh-CN" altLang="en-US"/>
              <a:pPr/>
              <a:t>‹#›</a:t>
            </a:fld>
            <a:endParaRPr lang="en-US" altLang="zh-CN"/>
          </a:p>
        </p:txBody>
      </p:sp>
    </p:spTree>
    <p:extLst>
      <p:ext uri="{BB962C8B-B14F-4D97-AF65-F5344CB8AC3E}">
        <p14:creationId xmlns:p14="http://schemas.microsoft.com/office/powerpoint/2010/main" val="38372316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457200" y="1371600"/>
            <a:ext cx="4038600" cy="472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4648200" y="1371600"/>
            <a:ext cx="40386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10000"/>
            <a:ext cx="40386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xmlns="" id="{D53A4459-831E-CE13-FB08-7BFF1CD49097}"/>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7" name="Rectangle 5">
            <a:extLst>
              <a:ext uri="{FF2B5EF4-FFF2-40B4-BE49-F238E27FC236}">
                <a16:creationId xmlns:a16="http://schemas.microsoft.com/office/drawing/2014/main" xmlns="" id="{FEF94E86-4B64-17DA-C361-CDBB770635C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xmlns="" id="{F20F6428-36EE-6623-0D72-C342BB8F1D8B}"/>
              </a:ext>
            </a:extLst>
          </p:cNvPr>
          <p:cNvSpPr>
            <a:spLocks noGrp="1" noChangeArrowheads="1"/>
          </p:cNvSpPr>
          <p:nvPr>
            <p:ph type="sldNum" sz="quarter" idx="12"/>
          </p:nvPr>
        </p:nvSpPr>
        <p:spPr>
          <a:ln/>
        </p:spPr>
        <p:txBody>
          <a:bodyPr/>
          <a:lstStyle>
            <a:lvl1pPr>
              <a:defRPr/>
            </a:lvl1pPr>
          </a:lstStyle>
          <a:p>
            <a:fld id="{C7748A64-E99B-D649-B2B7-01A05886D441}" type="slidenum">
              <a:rPr lang="zh-CN" altLang="en-US"/>
              <a:pPr/>
              <a:t>‹#›</a:t>
            </a:fld>
            <a:endParaRPr lang="en-US" altLang="zh-CN"/>
          </a:p>
        </p:txBody>
      </p:sp>
    </p:spTree>
    <p:extLst>
      <p:ext uri="{BB962C8B-B14F-4D97-AF65-F5344CB8AC3E}">
        <p14:creationId xmlns:p14="http://schemas.microsoft.com/office/powerpoint/2010/main" val="2683715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457200" y="1371600"/>
            <a:ext cx="4038600" cy="472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71600"/>
            <a:ext cx="40386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xmlns="" id="{FC404D0A-388F-AB87-B8D6-D378F7B923E8}"/>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6" name="Rectangle 5">
            <a:extLst>
              <a:ext uri="{FF2B5EF4-FFF2-40B4-BE49-F238E27FC236}">
                <a16:creationId xmlns:a16="http://schemas.microsoft.com/office/drawing/2014/main" xmlns="" id="{5AACA5F7-566E-FF7D-086B-F2968BBD3CA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xmlns="" id="{48114820-3FC1-C0CA-A537-4F265004B260}"/>
              </a:ext>
            </a:extLst>
          </p:cNvPr>
          <p:cNvSpPr>
            <a:spLocks noGrp="1" noChangeArrowheads="1"/>
          </p:cNvSpPr>
          <p:nvPr>
            <p:ph type="sldNum" sz="quarter" idx="12"/>
          </p:nvPr>
        </p:nvSpPr>
        <p:spPr>
          <a:ln/>
        </p:spPr>
        <p:txBody>
          <a:bodyPr/>
          <a:lstStyle>
            <a:lvl1pPr>
              <a:defRPr/>
            </a:lvl1pPr>
          </a:lstStyle>
          <a:p>
            <a:fld id="{7D402900-3185-5A46-B163-D8FF6A009CAB}" type="slidenum">
              <a:rPr lang="zh-CN" altLang="en-US"/>
              <a:pPr/>
              <a:t>‹#›</a:t>
            </a:fld>
            <a:endParaRPr lang="en-US" altLang="zh-CN"/>
          </a:p>
        </p:txBody>
      </p:sp>
    </p:spTree>
    <p:extLst>
      <p:ext uri="{BB962C8B-B14F-4D97-AF65-F5344CB8AC3E}">
        <p14:creationId xmlns:p14="http://schemas.microsoft.com/office/powerpoint/2010/main" val="9707263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762000"/>
          </a:xfrm>
        </p:spPr>
        <p:txBody>
          <a:bodyPr/>
          <a:lstStyle/>
          <a:p>
            <a:r>
              <a:rPr lang="en-US"/>
              <a:t>Click to edit Master title style</a:t>
            </a:r>
          </a:p>
        </p:txBody>
      </p:sp>
      <p:sp>
        <p:nvSpPr>
          <p:cNvPr id="3" name="Table Placeholder 2"/>
          <p:cNvSpPr>
            <a:spLocks noGrp="1"/>
          </p:cNvSpPr>
          <p:nvPr>
            <p:ph type="tbl" idx="1"/>
          </p:nvPr>
        </p:nvSpPr>
        <p:spPr>
          <a:xfrm>
            <a:off x="457200" y="1371600"/>
            <a:ext cx="8229600" cy="4724400"/>
          </a:xfrm>
        </p:spPr>
        <p:txBody>
          <a:bodyPr/>
          <a:lstStyle/>
          <a:p>
            <a:pPr lvl="0"/>
            <a:endParaRPr lang="en-US" noProof="0"/>
          </a:p>
        </p:txBody>
      </p:sp>
      <p:sp>
        <p:nvSpPr>
          <p:cNvPr id="4" name="Rectangle 4">
            <a:extLst>
              <a:ext uri="{FF2B5EF4-FFF2-40B4-BE49-F238E27FC236}">
                <a16:creationId xmlns:a16="http://schemas.microsoft.com/office/drawing/2014/main" xmlns="" id="{8C0E889B-960C-877B-4F11-88A150F7F067}"/>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5" name="Rectangle 5">
            <a:extLst>
              <a:ext uri="{FF2B5EF4-FFF2-40B4-BE49-F238E27FC236}">
                <a16:creationId xmlns:a16="http://schemas.microsoft.com/office/drawing/2014/main" xmlns="" id="{968F23D4-2F8D-8FCA-F33E-CACED353DD2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xmlns="" id="{FDEE43E9-E4E4-21B3-E1CD-4A7DE0562404}"/>
              </a:ext>
            </a:extLst>
          </p:cNvPr>
          <p:cNvSpPr>
            <a:spLocks noGrp="1" noChangeArrowheads="1"/>
          </p:cNvSpPr>
          <p:nvPr>
            <p:ph type="sldNum" sz="quarter" idx="12"/>
          </p:nvPr>
        </p:nvSpPr>
        <p:spPr>
          <a:ln/>
        </p:spPr>
        <p:txBody>
          <a:bodyPr/>
          <a:lstStyle>
            <a:lvl1pPr>
              <a:defRPr/>
            </a:lvl1pPr>
          </a:lstStyle>
          <a:p>
            <a:fld id="{40BE8418-84CB-7D4D-9E54-39BC02C8D6D1}" type="slidenum">
              <a:rPr lang="zh-CN" altLang="en-US"/>
              <a:pPr/>
              <a:t>‹#›</a:t>
            </a:fld>
            <a:endParaRPr lang="en-US" altLang="zh-CN"/>
          </a:p>
        </p:txBody>
      </p:sp>
    </p:spTree>
    <p:extLst>
      <p:ext uri="{BB962C8B-B14F-4D97-AF65-F5344CB8AC3E}">
        <p14:creationId xmlns:p14="http://schemas.microsoft.com/office/powerpoint/2010/main" val="18916314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762000"/>
          </a:xfrm>
        </p:spPr>
        <p:txBody>
          <a:bodyPr/>
          <a:lstStyle/>
          <a:p>
            <a:r>
              <a:rPr lang="en-US"/>
              <a:t>Click to edit Master title style</a:t>
            </a:r>
          </a:p>
        </p:txBody>
      </p:sp>
      <p:sp>
        <p:nvSpPr>
          <p:cNvPr id="3" name="Content Placeholder 2"/>
          <p:cNvSpPr>
            <a:spLocks noGrp="1"/>
          </p:cNvSpPr>
          <p:nvPr>
            <p:ph sz="half" idx="1"/>
          </p:nvPr>
        </p:nvSpPr>
        <p:spPr>
          <a:xfrm>
            <a:off x="457200" y="1371600"/>
            <a:ext cx="4038600" cy="472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371600"/>
            <a:ext cx="40386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10000"/>
            <a:ext cx="40386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xmlns="" id="{170B2C7D-0506-B1B5-B0BD-826D134C8360}"/>
              </a:ext>
            </a:extLst>
          </p:cNvPr>
          <p:cNvSpPr>
            <a:spLocks noGrp="1" noChangeArrowheads="1"/>
          </p:cNvSpPr>
          <p:nvPr>
            <p:ph type="dt" sz="half" idx="10"/>
          </p:nvPr>
        </p:nvSpPr>
        <p:spPr>
          <a:ln/>
        </p:spPr>
        <p:txBody>
          <a:bodyPr/>
          <a:lstStyle>
            <a:lvl1pPr>
              <a:defRPr/>
            </a:lvl1pPr>
          </a:lstStyle>
          <a:p>
            <a:pPr>
              <a:defRPr/>
            </a:pPr>
            <a:r>
              <a:rPr lang="en-US" altLang="zh-CN"/>
              <a:t>Meilin Liu,  WSU </a:t>
            </a:r>
          </a:p>
        </p:txBody>
      </p:sp>
      <p:sp>
        <p:nvSpPr>
          <p:cNvPr id="7" name="Rectangle 5">
            <a:extLst>
              <a:ext uri="{FF2B5EF4-FFF2-40B4-BE49-F238E27FC236}">
                <a16:creationId xmlns:a16="http://schemas.microsoft.com/office/drawing/2014/main" xmlns="" id="{0A3615E8-980F-D475-E8E9-9C6CD741C2D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xmlns="" id="{39DB3355-6A7F-88C2-0805-9DDE38FFAAE6}"/>
              </a:ext>
            </a:extLst>
          </p:cNvPr>
          <p:cNvSpPr>
            <a:spLocks noGrp="1" noChangeArrowheads="1"/>
          </p:cNvSpPr>
          <p:nvPr>
            <p:ph type="sldNum" sz="quarter" idx="12"/>
          </p:nvPr>
        </p:nvSpPr>
        <p:spPr>
          <a:ln/>
        </p:spPr>
        <p:txBody>
          <a:bodyPr/>
          <a:lstStyle>
            <a:lvl1pPr>
              <a:defRPr/>
            </a:lvl1pPr>
          </a:lstStyle>
          <a:p>
            <a:fld id="{7BA414D5-001F-4242-8524-29A88E717CEA}" type="slidenum">
              <a:rPr lang="zh-CN" altLang="en-US"/>
              <a:pPr/>
              <a:t>‹#›</a:t>
            </a:fld>
            <a:endParaRPr lang="en-US" altLang="zh-CN"/>
          </a:p>
        </p:txBody>
      </p:sp>
    </p:spTree>
    <p:extLst>
      <p:ext uri="{BB962C8B-B14F-4D97-AF65-F5344CB8AC3E}">
        <p14:creationId xmlns:p14="http://schemas.microsoft.com/office/powerpoint/2010/main" val="2790007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C80A3CC0-3C6F-5056-9CF1-F52D2576BB64}"/>
              </a:ext>
            </a:extLst>
          </p:cNvPr>
          <p:cNvSpPr>
            <a:spLocks noGrp="1" noChangeArrowheads="1"/>
          </p:cNvSpPr>
          <p:nvPr>
            <p:ph type="title"/>
          </p:nvPr>
        </p:nvSpPr>
        <p:spPr bwMode="auto">
          <a:xfrm>
            <a:off x="685800" y="304800"/>
            <a:ext cx="7772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1027" name="Rectangle 3">
            <a:extLst>
              <a:ext uri="{FF2B5EF4-FFF2-40B4-BE49-F238E27FC236}">
                <a16:creationId xmlns:a16="http://schemas.microsoft.com/office/drawing/2014/main" xmlns="" id="{0B995DE0-4BC9-3860-A90E-C7B38B305E0E}"/>
              </a:ext>
            </a:extLst>
          </p:cNvPr>
          <p:cNvSpPr>
            <a:spLocks noGrp="1" noChangeArrowheads="1"/>
          </p:cNvSpPr>
          <p:nvPr>
            <p:ph type="body" idx="1"/>
          </p:nvPr>
        </p:nvSpPr>
        <p:spPr bwMode="auto">
          <a:xfrm>
            <a:off x="457200" y="1371600"/>
            <a:ext cx="82296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xmlns="" id="{E29904AD-55C8-4B59-92F4-FA69C98C6A56}"/>
              </a:ext>
            </a:extLst>
          </p:cNvPr>
          <p:cNvSpPr>
            <a:spLocks noGrp="1" noChangeArrowheads="1"/>
          </p:cNvSpPr>
          <p:nvPr>
            <p:ph type="dt" sz="half" idx="2"/>
          </p:nvPr>
        </p:nvSpPr>
        <p:spPr bwMode="auto">
          <a:xfrm>
            <a:off x="381000" y="6324600"/>
            <a:ext cx="5791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spcBef>
                <a:spcPct val="0"/>
              </a:spcBef>
              <a:defRPr sz="1600" b="1">
                <a:latin typeface="Times New Roman" pitchFamily="18" charset="0"/>
                <a:ea typeface="宋体" pitchFamily="2" charset="-122"/>
              </a:defRPr>
            </a:lvl1pPr>
          </a:lstStyle>
          <a:p>
            <a:pPr>
              <a:defRPr/>
            </a:pPr>
            <a:r>
              <a:rPr lang="en-US" altLang="zh-CN"/>
              <a:t>Meilin Liu,  WSU </a:t>
            </a:r>
          </a:p>
        </p:txBody>
      </p:sp>
      <p:sp>
        <p:nvSpPr>
          <p:cNvPr id="1029" name="Rectangle 5">
            <a:extLst>
              <a:ext uri="{FF2B5EF4-FFF2-40B4-BE49-F238E27FC236}">
                <a16:creationId xmlns:a16="http://schemas.microsoft.com/office/drawing/2014/main" xmlns="" id="{B6BC7C47-7A73-4D5B-B77A-6EA52A1E8895}"/>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a:latin typeface="Times New Roman" pitchFamily="18" charset="0"/>
                <a:ea typeface="宋体" pitchFamily="2" charset="-122"/>
              </a:defRPr>
            </a:lvl1pPr>
          </a:lstStyle>
          <a:p>
            <a:pPr>
              <a:defRPr/>
            </a:pPr>
            <a:endParaRPr lang="en-US" altLang="zh-CN"/>
          </a:p>
        </p:txBody>
      </p:sp>
      <p:sp>
        <p:nvSpPr>
          <p:cNvPr id="1030" name="Rectangle 6">
            <a:extLst>
              <a:ext uri="{FF2B5EF4-FFF2-40B4-BE49-F238E27FC236}">
                <a16:creationId xmlns:a16="http://schemas.microsoft.com/office/drawing/2014/main" xmlns="" id="{50826F72-E80C-449C-81E7-8ABEBD14D419}"/>
              </a:ext>
            </a:extLst>
          </p:cNvPr>
          <p:cNvSpPr>
            <a:spLocks noGrp="1" noChangeArrowheads="1"/>
          </p:cNvSpPr>
          <p:nvPr>
            <p:ph type="sldNum" sz="quarter" idx="4"/>
          </p:nvPr>
        </p:nvSpPr>
        <p:spPr bwMode="auto">
          <a:xfrm>
            <a:off x="6629400" y="6324600"/>
            <a:ext cx="190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ea typeface="宋体" panose="02010600030101010101" pitchFamily="2" charset="-122"/>
              </a:defRPr>
            </a:lvl1pPr>
          </a:lstStyle>
          <a:p>
            <a:fld id="{CE79F960-62F5-074B-B7D2-DB43E4DAB0E5}"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p:txStyles>
    <p:titleStyle>
      <a:lvl1pPr algn="ctr" rtl="0" eaLnBrk="0" fontAlgn="base" hangingPunct="0">
        <a:spcBef>
          <a:spcPct val="0"/>
        </a:spcBef>
        <a:spcAft>
          <a:spcPct val="0"/>
        </a:spcAft>
        <a:defRPr sz="3600" b="1">
          <a:solidFill>
            <a:srgbClr val="C60000"/>
          </a:solidFill>
          <a:latin typeface="+mj-lt"/>
          <a:ea typeface="+mj-ea"/>
          <a:cs typeface="+mj-cs"/>
        </a:defRPr>
      </a:lvl1pPr>
      <a:lvl2pPr algn="ctr" rtl="0" eaLnBrk="0" fontAlgn="base" hangingPunct="0">
        <a:spcBef>
          <a:spcPct val="0"/>
        </a:spcBef>
        <a:spcAft>
          <a:spcPct val="0"/>
        </a:spcAft>
        <a:defRPr sz="3600" b="1">
          <a:solidFill>
            <a:srgbClr val="C60000"/>
          </a:solidFill>
          <a:latin typeface="Times New Roman" pitchFamily="18" charset="0"/>
        </a:defRPr>
      </a:lvl2pPr>
      <a:lvl3pPr algn="ctr" rtl="0" eaLnBrk="0" fontAlgn="base" hangingPunct="0">
        <a:spcBef>
          <a:spcPct val="0"/>
        </a:spcBef>
        <a:spcAft>
          <a:spcPct val="0"/>
        </a:spcAft>
        <a:defRPr sz="3600" b="1">
          <a:solidFill>
            <a:srgbClr val="C60000"/>
          </a:solidFill>
          <a:latin typeface="Times New Roman" pitchFamily="18" charset="0"/>
        </a:defRPr>
      </a:lvl3pPr>
      <a:lvl4pPr algn="ctr" rtl="0" eaLnBrk="0" fontAlgn="base" hangingPunct="0">
        <a:spcBef>
          <a:spcPct val="0"/>
        </a:spcBef>
        <a:spcAft>
          <a:spcPct val="0"/>
        </a:spcAft>
        <a:defRPr sz="3600" b="1">
          <a:solidFill>
            <a:srgbClr val="C60000"/>
          </a:solidFill>
          <a:latin typeface="Times New Roman" pitchFamily="18" charset="0"/>
        </a:defRPr>
      </a:lvl4pPr>
      <a:lvl5pPr algn="ctr" rtl="0" eaLnBrk="0" fontAlgn="base" hangingPunct="0">
        <a:spcBef>
          <a:spcPct val="0"/>
        </a:spcBef>
        <a:spcAft>
          <a:spcPct val="0"/>
        </a:spcAft>
        <a:defRPr sz="3600" b="1">
          <a:solidFill>
            <a:srgbClr val="C60000"/>
          </a:solidFill>
          <a:latin typeface="Times New Roman" pitchFamily="18" charset="0"/>
        </a:defRPr>
      </a:lvl5pPr>
      <a:lvl6pPr marL="457200" algn="ctr" rtl="0" fontAlgn="base">
        <a:spcBef>
          <a:spcPct val="0"/>
        </a:spcBef>
        <a:spcAft>
          <a:spcPct val="0"/>
        </a:spcAft>
        <a:defRPr sz="3600" b="1">
          <a:solidFill>
            <a:srgbClr val="C60000"/>
          </a:solidFill>
          <a:latin typeface="Times New Roman" pitchFamily="18" charset="0"/>
        </a:defRPr>
      </a:lvl6pPr>
      <a:lvl7pPr marL="914400" algn="ctr" rtl="0" fontAlgn="base">
        <a:spcBef>
          <a:spcPct val="0"/>
        </a:spcBef>
        <a:spcAft>
          <a:spcPct val="0"/>
        </a:spcAft>
        <a:defRPr sz="3600" b="1">
          <a:solidFill>
            <a:srgbClr val="C60000"/>
          </a:solidFill>
          <a:latin typeface="Times New Roman" pitchFamily="18" charset="0"/>
        </a:defRPr>
      </a:lvl7pPr>
      <a:lvl8pPr marL="1371600" algn="ctr" rtl="0" fontAlgn="base">
        <a:spcBef>
          <a:spcPct val="0"/>
        </a:spcBef>
        <a:spcAft>
          <a:spcPct val="0"/>
        </a:spcAft>
        <a:defRPr sz="3600" b="1">
          <a:solidFill>
            <a:srgbClr val="C60000"/>
          </a:solidFill>
          <a:latin typeface="Times New Roman" pitchFamily="18" charset="0"/>
        </a:defRPr>
      </a:lvl8pPr>
      <a:lvl9pPr marL="1828800" algn="ctr" rtl="0" fontAlgn="base">
        <a:spcBef>
          <a:spcPct val="0"/>
        </a:spcBef>
        <a:spcAft>
          <a:spcPct val="0"/>
        </a:spcAft>
        <a:defRPr sz="3600" b="1">
          <a:solidFill>
            <a:srgbClr val="C60000"/>
          </a:solidFill>
          <a:latin typeface="Times New Roman" pitchFamily="18" charset="0"/>
        </a:defRPr>
      </a:lvl9pPr>
    </p:titleStyle>
    <p:bodyStyle>
      <a:lvl1pPr marL="342900" indent="-342900" algn="l" rtl="0" eaLnBrk="0" fontAlgn="base" hangingPunct="0">
        <a:lnSpc>
          <a:spcPct val="95000"/>
        </a:lnSpc>
        <a:spcBef>
          <a:spcPct val="20000"/>
        </a:spcBef>
        <a:spcAft>
          <a:spcPct val="0"/>
        </a:spcAft>
        <a:defRPr sz="2400">
          <a:solidFill>
            <a:schemeClr val="tx1"/>
          </a:solidFill>
          <a:latin typeface="+mn-lt"/>
          <a:ea typeface="+mn-ea"/>
          <a:cs typeface="+mn-cs"/>
        </a:defRPr>
      </a:lvl1pPr>
      <a:lvl2pPr marL="742950" indent="-285750" algn="l" rtl="0" eaLnBrk="0" fontAlgn="base" hangingPunct="0">
        <a:lnSpc>
          <a:spcPct val="90000"/>
        </a:lnSpc>
        <a:spcBef>
          <a:spcPct val="20000"/>
        </a:spcBef>
        <a:spcAft>
          <a:spcPct val="0"/>
        </a:spcAft>
        <a:buClr>
          <a:srgbClr val="000099"/>
        </a:buClr>
        <a:buFont typeface="Wingdings" pitchFamily="2" charset="2"/>
        <a:buChar char="Ø"/>
        <a:defRPr sz="2200">
          <a:solidFill>
            <a:schemeClr val="tx1"/>
          </a:solidFill>
          <a:latin typeface="+mn-lt"/>
        </a:defRPr>
      </a:lvl2pPr>
      <a:lvl3pPr marL="1143000" indent="-228600" algn="l" rtl="0" eaLnBrk="0" fontAlgn="base" hangingPunct="0">
        <a:lnSpc>
          <a:spcPct val="90000"/>
        </a:lnSpc>
        <a:spcBef>
          <a:spcPct val="20000"/>
        </a:spcBef>
        <a:spcAft>
          <a:spcPct val="0"/>
        </a:spcAft>
        <a:buClr>
          <a:srgbClr val="000099"/>
        </a:buClr>
        <a:buChar char="o"/>
        <a:defRPr sz="2000">
          <a:solidFill>
            <a:schemeClr val="tx1"/>
          </a:solidFill>
          <a:latin typeface="+mn-lt"/>
        </a:defRPr>
      </a:lvl3pPr>
      <a:lvl4pPr marL="1600200" indent="-228600" algn="l" rtl="0" eaLnBrk="0" fontAlgn="base" hangingPunct="0">
        <a:lnSpc>
          <a:spcPct val="90000"/>
        </a:lnSpc>
        <a:spcBef>
          <a:spcPct val="20000"/>
        </a:spcBef>
        <a:spcAft>
          <a:spcPct val="0"/>
        </a:spcAft>
        <a:buClr>
          <a:srgbClr val="000099"/>
        </a:buClr>
        <a:buChar char="–"/>
        <a:defRPr>
          <a:solidFill>
            <a:schemeClr val="tx1"/>
          </a:solidFill>
          <a:latin typeface="+mn-lt"/>
        </a:defRPr>
      </a:lvl4pPr>
      <a:lvl5pPr marL="2057400" indent="-228600" algn="l" rtl="0" eaLnBrk="0" fontAlgn="base" hangingPunct="0">
        <a:lnSpc>
          <a:spcPct val="90000"/>
        </a:lnSpc>
        <a:spcBef>
          <a:spcPct val="20000"/>
        </a:spcBef>
        <a:spcAft>
          <a:spcPct val="0"/>
        </a:spcAft>
        <a:buClr>
          <a:srgbClr val="000099"/>
        </a:buClr>
        <a:buChar char="»"/>
        <a:defRPr>
          <a:solidFill>
            <a:schemeClr val="tx1"/>
          </a:solidFill>
          <a:latin typeface="+mn-lt"/>
        </a:defRPr>
      </a:lvl5pPr>
      <a:lvl6pPr marL="2514600" indent="-228600" algn="l" rtl="0" fontAlgn="base">
        <a:lnSpc>
          <a:spcPct val="90000"/>
        </a:lnSpc>
        <a:spcBef>
          <a:spcPct val="20000"/>
        </a:spcBef>
        <a:spcAft>
          <a:spcPct val="0"/>
        </a:spcAft>
        <a:buClr>
          <a:srgbClr val="000099"/>
        </a:buClr>
        <a:buChar char="»"/>
        <a:defRPr>
          <a:solidFill>
            <a:schemeClr val="tx1"/>
          </a:solidFill>
          <a:latin typeface="+mn-lt"/>
        </a:defRPr>
      </a:lvl6pPr>
      <a:lvl7pPr marL="2971800" indent="-228600" algn="l" rtl="0" fontAlgn="base">
        <a:lnSpc>
          <a:spcPct val="90000"/>
        </a:lnSpc>
        <a:spcBef>
          <a:spcPct val="20000"/>
        </a:spcBef>
        <a:spcAft>
          <a:spcPct val="0"/>
        </a:spcAft>
        <a:buClr>
          <a:srgbClr val="000099"/>
        </a:buClr>
        <a:buChar char="»"/>
        <a:defRPr>
          <a:solidFill>
            <a:schemeClr val="tx1"/>
          </a:solidFill>
          <a:latin typeface="+mn-lt"/>
        </a:defRPr>
      </a:lvl7pPr>
      <a:lvl8pPr marL="3429000" indent="-228600" algn="l" rtl="0" fontAlgn="base">
        <a:lnSpc>
          <a:spcPct val="90000"/>
        </a:lnSpc>
        <a:spcBef>
          <a:spcPct val="20000"/>
        </a:spcBef>
        <a:spcAft>
          <a:spcPct val="0"/>
        </a:spcAft>
        <a:buClr>
          <a:srgbClr val="000099"/>
        </a:buClr>
        <a:buChar char="»"/>
        <a:defRPr>
          <a:solidFill>
            <a:schemeClr val="tx1"/>
          </a:solidFill>
          <a:latin typeface="+mn-lt"/>
        </a:defRPr>
      </a:lvl8pPr>
      <a:lvl9pPr marL="3886200" indent="-228600" algn="l" rtl="0" fontAlgn="base">
        <a:lnSpc>
          <a:spcPct val="90000"/>
        </a:lnSpc>
        <a:spcBef>
          <a:spcPct val="20000"/>
        </a:spcBef>
        <a:spcAft>
          <a:spcPct val="0"/>
        </a:spcAft>
        <a:buClr>
          <a:srgbClr val="000099"/>
        </a:buClr>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xmlns="" id="{41E2EEDD-034D-2182-90AB-4C250B7E6AAA}"/>
              </a:ext>
            </a:extLst>
          </p:cNvPr>
          <p:cNvSpPr>
            <a:spLocks noGrp="1" noChangeArrowheads="1"/>
          </p:cNvSpPr>
          <p:nvPr>
            <p:ph type="title"/>
          </p:nvPr>
        </p:nvSpPr>
        <p:spPr>
          <a:xfrm>
            <a:off x="685800" y="838200"/>
            <a:ext cx="8001000" cy="762000"/>
          </a:xfrm>
          <a:noFill/>
          <a:extLst>
            <a:ext uri="{91240B29-F687-4F45-9708-019B960494DF}">
              <a14:hiddenLine xmlns:a14="http://schemas.microsoft.com/office/drawing/2010/main" w="12700">
                <a:solidFill>
                  <a:schemeClr val="tx1"/>
                </a:solidFill>
                <a:miter lim="800000"/>
                <a:headEnd/>
                <a:tailEnd/>
              </a14:hiddenLine>
            </a:ext>
          </a:extLst>
        </p:spPr>
        <p:txBody>
          <a:bodyPr lIns="90487" tIns="44450" rIns="90487" bIns="44450"/>
          <a:lstStyle/>
          <a:p>
            <a:pPr algn="l"/>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smtClean="0"/>
              <a:t/>
            </a:r>
            <a:br>
              <a:rPr lang="en-US" altLang="en-US" dirty="0" smtClean="0"/>
            </a:br>
            <a:r>
              <a:rPr lang="en-US" altLang="en-US" sz="2800" dirty="0">
                <a:solidFill>
                  <a:schemeClr val="tx1"/>
                </a:solidFill>
              </a:rPr>
              <a:t/>
            </a:r>
            <a:br>
              <a:rPr lang="en-US" altLang="en-US" sz="2800" dirty="0">
                <a:solidFill>
                  <a:schemeClr val="tx1"/>
                </a:solidFill>
              </a:rPr>
            </a:br>
            <a:r>
              <a:rPr lang="en-US" altLang="en-US" sz="2800" dirty="0" smtClean="0">
                <a:solidFill>
                  <a:schemeClr val="tx1"/>
                </a:solidFill>
              </a:rPr>
              <a:t/>
            </a:r>
            <a:br>
              <a:rPr lang="en-US" altLang="en-US" sz="2800" dirty="0" smtClean="0">
                <a:solidFill>
                  <a:schemeClr val="tx1"/>
                </a:solidFill>
              </a:rPr>
            </a:br>
            <a:r>
              <a:rPr lang="en-US" altLang="en-US" sz="2800" dirty="0">
                <a:solidFill>
                  <a:schemeClr val="tx1"/>
                </a:solidFill>
              </a:rPr>
              <a:t/>
            </a:r>
            <a:br>
              <a:rPr lang="en-US" altLang="en-US" sz="2800" dirty="0">
                <a:solidFill>
                  <a:schemeClr val="tx1"/>
                </a:solidFill>
              </a:rPr>
            </a:br>
            <a:r>
              <a:rPr lang="en-US" altLang="en-US" sz="2800" dirty="0"/>
              <a:t>CEG 4424/6424</a:t>
            </a:r>
            <a:br>
              <a:rPr lang="en-US" altLang="en-US" sz="2800" dirty="0"/>
            </a:br>
            <a:r>
              <a:rPr lang="en-US" altLang="en-US" sz="2800" i="1" dirty="0"/>
              <a:t>Security Attacks and </a:t>
            </a:r>
            <a:r>
              <a:rPr lang="en-US" altLang="en-US" sz="2800" i="1" dirty="0" err="1"/>
              <a:t>Defences</a:t>
            </a:r>
            <a:r>
              <a:rPr lang="en-US" altLang="en-US" sz="2800" dirty="0"/>
              <a:t/>
            </a:r>
            <a:br>
              <a:rPr lang="en-US" altLang="en-US" sz="2800" dirty="0"/>
            </a:br>
            <a:r>
              <a:rPr lang="en-US" altLang="en-US" sz="2800" dirty="0">
                <a:solidFill>
                  <a:schemeClr val="tx1"/>
                </a:solidFill>
              </a:rPr>
              <a:t/>
            </a:r>
            <a:br>
              <a:rPr lang="en-US" altLang="en-US" sz="2800" dirty="0">
                <a:solidFill>
                  <a:schemeClr val="tx1"/>
                </a:solidFill>
              </a:rPr>
            </a:br>
            <a:r>
              <a:rPr lang="en-US" altLang="en-US" sz="2800" dirty="0" smtClean="0">
                <a:solidFill>
                  <a:schemeClr val="tx1"/>
                </a:solidFill>
              </a:rPr>
              <a:t/>
            </a:r>
            <a:br>
              <a:rPr lang="en-US" altLang="en-US" sz="2800" dirty="0" smtClean="0">
                <a:solidFill>
                  <a:schemeClr val="tx1"/>
                </a:solidFill>
              </a:rPr>
            </a:br>
            <a:r>
              <a:rPr lang="en-US" altLang="en-US" sz="2400" dirty="0" smtClean="0"/>
              <a:t>The </a:t>
            </a:r>
            <a:r>
              <a:rPr lang="en-US" altLang="en-US" sz="2400" dirty="0"/>
              <a:t>lecture </a:t>
            </a:r>
            <a:r>
              <a:rPr lang="en-US" altLang="en-US" sz="2400" dirty="0" smtClean="0"/>
              <a:t>slides are </a:t>
            </a:r>
            <a:r>
              <a:rPr lang="en-US" altLang="en-US" sz="2400" dirty="0"/>
              <a:t>mainly based on the power point slides by Dr. </a:t>
            </a:r>
            <a:r>
              <a:rPr lang="en-US" altLang="en-US" sz="2400" dirty="0" err="1"/>
              <a:t>Junjie</a:t>
            </a:r>
            <a:r>
              <a:rPr lang="en-US" altLang="en-US" sz="2400" dirty="0"/>
              <a:t> Zhang and Mr. Vance </a:t>
            </a:r>
            <a:r>
              <a:rPr lang="en-US" altLang="en-US" sz="2400" dirty="0" smtClean="0"/>
              <a:t>Saunders, Prof. Mark Stamp, Prof. William Stallings, Prof. Lawrie Brown.</a:t>
            </a:r>
            <a:r>
              <a:rPr lang="en-US" altLang="en-US" sz="2400" dirty="0"/>
              <a:t/>
            </a:r>
            <a:br>
              <a:rPr lang="en-US" altLang="en-US" sz="2400" dirty="0"/>
            </a:br>
            <a:r>
              <a:rPr lang="en-US" altLang="en-US" sz="2400" dirty="0"/>
              <a:t/>
            </a:r>
            <a:br>
              <a:rPr lang="en-US" altLang="en-US" sz="2400" dirty="0"/>
            </a:br>
            <a:r>
              <a:rPr lang="en-US" altLang="en-US" sz="2400" dirty="0"/>
              <a:t/>
            </a:r>
            <a:br>
              <a:rPr lang="en-US" altLang="en-US" sz="2400" dirty="0"/>
            </a:br>
            <a:r>
              <a:rPr lang="en-US" altLang="en-US" sz="2400" dirty="0" err="1"/>
              <a:t>Achknowledgements</a:t>
            </a:r>
            <a:r>
              <a:rPr lang="en-US" altLang="en-US" sz="2400" dirty="0"/>
              <a:t>:</a:t>
            </a:r>
            <a:br>
              <a:rPr lang="en-US" altLang="en-US" sz="2400" dirty="0"/>
            </a:br>
            <a:r>
              <a:rPr lang="en-US" altLang="en-US" sz="2000" dirty="0" smtClean="0">
                <a:solidFill>
                  <a:schemeClr val="tx1"/>
                </a:solidFill>
              </a:rPr>
              <a:t>Dr</a:t>
            </a:r>
            <a:r>
              <a:rPr lang="en-US" altLang="en-US" sz="2000" dirty="0">
                <a:solidFill>
                  <a:schemeClr val="tx1"/>
                </a:solidFill>
              </a:rPr>
              <a:t>. Zhang </a:t>
            </a:r>
            <a:r>
              <a:rPr lang="en-US" sz="2000" dirty="0">
                <a:solidFill>
                  <a:schemeClr val="tx1"/>
                </a:solidFill>
              </a:rPr>
              <a:t>course material for teaching </a:t>
            </a:r>
            <a:r>
              <a:rPr lang="en-US" altLang="en-US" sz="2000" dirty="0">
                <a:solidFill>
                  <a:schemeClr val="tx1"/>
                </a:solidFill>
              </a:rPr>
              <a:t>CEG 4424/6424 </a:t>
            </a:r>
            <a:r>
              <a:rPr lang="en-US" altLang="en-US" sz="2000" i="1" dirty="0">
                <a:solidFill>
                  <a:schemeClr val="tx1"/>
                </a:solidFill>
              </a:rPr>
              <a:t>Security Attacks and </a:t>
            </a:r>
            <a:r>
              <a:rPr lang="en-US" altLang="en-US" sz="2000" i="1" dirty="0" err="1">
                <a:solidFill>
                  <a:schemeClr val="tx1"/>
                </a:solidFill>
              </a:rPr>
              <a:t>Defences</a:t>
            </a:r>
            <a:r>
              <a:rPr lang="en-US" sz="2000" b="0" i="0" dirty="0">
                <a:solidFill>
                  <a:schemeClr val="tx1"/>
                </a:solidFill>
                <a:effectLst/>
              </a:rPr>
              <a:t/>
            </a:r>
            <a:br>
              <a:rPr lang="en-US" sz="2000" b="0" i="0" dirty="0">
                <a:solidFill>
                  <a:schemeClr val="tx1"/>
                </a:solidFill>
                <a:effectLst/>
              </a:rPr>
            </a:br>
            <a:r>
              <a:rPr lang="en-US" sz="2000" i="0" dirty="0">
                <a:solidFill>
                  <a:schemeClr val="tx1"/>
                </a:solidFill>
                <a:effectLst/>
              </a:rPr>
              <a:t>Mr. Vance </a:t>
            </a:r>
            <a:r>
              <a:rPr lang="en-US" sz="2000" i="0" dirty="0" err="1">
                <a:solidFill>
                  <a:schemeClr val="tx1"/>
                </a:solidFill>
                <a:effectLst/>
              </a:rPr>
              <a:t>Saunder's</a:t>
            </a:r>
            <a:r>
              <a:rPr lang="en-US" sz="2000" i="0" dirty="0">
                <a:solidFill>
                  <a:schemeClr val="tx1"/>
                </a:solidFill>
                <a:effectLst/>
              </a:rPr>
              <a:t> course material </a:t>
            </a:r>
            <a:r>
              <a:rPr lang="en-US" sz="2000" dirty="0">
                <a:solidFill>
                  <a:schemeClr val="tx1"/>
                </a:solidFill>
              </a:rPr>
              <a:t>for</a:t>
            </a:r>
            <a:r>
              <a:rPr lang="en-US" sz="2000" b="0" i="0" dirty="0">
                <a:solidFill>
                  <a:schemeClr val="tx1"/>
                </a:solidFill>
                <a:effectLst/>
              </a:rPr>
              <a:t> </a:t>
            </a:r>
            <a:r>
              <a:rPr lang="en-US" sz="2000" dirty="0">
                <a:solidFill>
                  <a:schemeClr val="tx1"/>
                </a:solidFill>
              </a:rPr>
              <a:t>teaching</a:t>
            </a:r>
            <a:r>
              <a:rPr lang="en-US" sz="2000" b="0" i="0" dirty="0">
                <a:solidFill>
                  <a:schemeClr val="tx1"/>
                </a:solidFill>
                <a:effectLst/>
              </a:rPr>
              <a:t> </a:t>
            </a:r>
            <a:r>
              <a:rPr lang="en-US" altLang="en-US" sz="2000" dirty="0">
                <a:solidFill>
                  <a:schemeClr val="tx1"/>
                </a:solidFill>
              </a:rPr>
              <a:t>CEG 4424/6424  </a:t>
            </a:r>
            <a:r>
              <a:rPr lang="en-US" altLang="en-US" sz="2000" i="1" dirty="0">
                <a:solidFill>
                  <a:schemeClr val="tx1"/>
                </a:solidFill>
              </a:rPr>
              <a:t>Security Attacks and </a:t>
            </a:r>
            <a:r>
              <a:rPr lang="en-US" altLang="en-US" sz="2000" i="1" dirty="0" err="1">
                <a:solidFill>
                  <a:schemeClr val="tx1"/>
                </a:solidFill>
              </a:rPr>
              <a:t>Defences</a:t>
            </a:r>
            <a:r>
              <a:rPr lang="en-US" sz="2000" b="0" i="0" dirty="0">
                <a:solidFill>
                  <a:srgbClr val="C00000"/>
                </a:solidFill>
                <a:effectLst/>
              </a:rPr>
              <a:t/>
            </a:r>
            <a:br>
              <a:rPr lang="en-US" sz="2000" b="0" i="0" dirty="0">
                <a:solidFill>
                  <a:srgbClr val="C00000"/>
                </a:solidFill>
                <a:effectLst/>
              </a:rPr>
            </a:br>
            <a:endParaRPr lang="en-US" altLang="en-US" sz="2000" dirty="0">
              <a:solidFill>
                <a:srgbClr val="C00000"/>
              </a:solidFill>
            </a:endParaRPr>
          </a:p>
        </p:txBody>
      </p:sp>
      <p:sp>
        <p:nvSpPr>
          <p:cNvPr id="4099" name="Date Placeholder 1">
            <a:extLst>
              <a:ext uri="{FF2B5EF4-FFF2-40B4-BE49-F238E27FC236}">
                <a16:creationId xmlns:a16="http://schemas.microsoft.com/office/drawing/2014/main" xmlns="" id="{3ED6FFBD-B3C5-DBE0-DD3C-B51D6D05B8F6}"/>
              </a:ext>
            </a:extLst>
          </p:cNvPr>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Meilin Liu,  WSU </a:t>
            </a:r>
          </a:p>
        </p:txBody>
      </p:sp>
      <p:sp>
        <p:nvSpPr>
          <p:cNvPr id="4100" name="Slide Number Placeholder 2">
            <a:extLst>
              <a:ext uri="{FF2B5EF4-FFF2-40B4-BE49-F238E27FC236}">
                <a16:creationId xmlns:a16="http://schemas.microsoft.com/office/drawing/2014/main" xmlns="" id="{48821EF7-6C12-BAAE-43D3-B53535EA958C}"/>
              </a:ext>
            </a:extLst>
          </p:cNvPr>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A4E85A9E-BA54-E549-9F7B-02AFFC2E8DB6}" type="slidenum">
              <a:rPr lang="zh-CN" altLang="en-US" sz="1400"/>
              <a:pPr>
                <a:lnSpc>
                  <a:spcPct val="100000"/>
                </a:lnSpc>
                <a:spcBef>
                  <a:spcPct val="0"/>
                </a:spcBef>
              </a:pPr>
              <a:t>1</a:t>
            </a:fld>
            <a:endParaRPr lang="en-US" altLang="zh-CN" sz="1400"/>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EX2PSBATCH" val="latex --interaction=nonstopmode $(base).tex; dvips -D $(res) -E -o $(base).ps $(base).dvi"/>
  <p:tag name="TEXPOINTINIT" val=""/>
  <p:tag name="USEAMSFONTS" val="Fals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2"/>
  <p:tag name="DEFAULTFONTSIZE" val="10"/>
  <p:tag name="DEFAULTWIDTH" val="348"/>
  <p:tag name="DEFAULTHEIGHT" val="200"/>
  <p:tag name="FIRSTMEILIN@8OHDPYNFUVWXYL65" val="3173"/>
</p:tagLst>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2022</TotalTime>
  <Words>5</Words>
  <Application>Microsoft Office PowerPoint</Application>
  <PresentationFormat>On-screen Show (4:3)</PresentationFormat>
  <Paragraphs>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宋体</vt:lpstr>
      <vt:lpstr>Times New Roman</vt:lpstr>
      <vt:lpstr>Wingdings</vt:lpstr>
      <vt:lpstr>Default Design</vt:lpstr>
      <vt:lpstr>         CEG 4424/6424 Security Attacks and Defences   The lecture slides are mainly based on the power point slides by Dr. Junjie Zhang and Mr. Vance Saunders, Prof. Mark Stamp, Prof. William Stallings, Prof. Lawrie Brown.   Achknowledgements: Dr. Zhang course material for teaching CEG 4424/6424 Security Attacks and Defences Mr. Vance Saunder's course material for teaching CEG 4424/6424  Security Attacks and Defences </vt:lpstr>
    </vt:vector>
  </TitlesOfParts>
  <Company>UTD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   Dr. Edwin Sha Computer Science University of Texas at Dallas  http://www.utdallas.edu/~edsha edsha@utdallas.edu</dc:title>
  <dc:creator>edsha</dc:creator>
  <cp:lastModifiedBy>mliu</cp:lastModifiedBy>
  <cp:revision>571</cp:revision>
  <cp:lastPrinted>2013-10-22T16:06:57Z</cp:lastPrinted>
  <dcterms:created xsi:type="dcterms:W3CDTF">2003-01-12T21:12:39Z</dcterms:created>
  <dcterms:modified xsi:type="dcterms:W3CDTF">2022-10-28T16:56:07Z</dcterms:modified>
</cp:coreProperties>
</file>